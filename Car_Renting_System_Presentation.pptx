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116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05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764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41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5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5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71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722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0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954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5" r:id="rId1"/>
    <p:sldLayoutId id="2147484126" r:id="rId2"/>
    <p:sldLayoutId id="2147484127" r:id="rId3"/>
    <p:sldLayoutId id="2147484128" r:id="rId4"/>
    <p:sldLayoutId id="2147484129" r:id="rId5"/>
    <p:sldLayoutId id="2147484130" r:id="rId6"/>
    <p:sldLayoutId id="2147484131" r:id="rId7"/>
    <p:sldLayoutId id="2147484132" r:id="rId8"/>
    <p:sldLayoutId id="2147484133" r:id="rId9"/>
    <p:sldLayoutId id="2147484134" r:id="rId10"/>
    <p:sldLayoutId id="214748413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 Renting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Project Title: Car Renting System</a:t>
            </a:r>
          </a:p>
          <a:p>
            <a:r>
              <a:t>Discipline: BCIT (1st Year)</a:t>
            </a:r>
          </a:p>
          <a:p>
            <a:endParaRPr/>
          </a:p>
          <a:p>
            <a:r>
              <a:t>Group Members:</a:t>
            </a:r>
          </a:p>
          <a:p>
            <a:r>
              <a:t>- Hafsa Nasir (CT 25068)</a:t>
            </a:r>
          </a:p>
          <a:p>
            <a:r>
              <a:t>- Yusra Noor (CT 25075)</a:t>
            </a:r>
          </a:p>
          <a:p>
            <a:endParaRPr/>
          </a:p>
          <a:p>
            <a:r>
              <a:t>Teachers:</a:t>
            </a:r>
          </a:p>
          <a:p>
            <a:r>
              <a:t>Muhammad Abdullah</a:t>
            </a:r>
          </a:p>
          <a:p>
            <a:r>
              <a:t>Furqan Hussain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This project presents the design and development of a Car Rental System implemented in C programming language.</a:t>
            </a:r>
          </a:p>
          <a:p>
            <a:r>
              <a:t>It automates essential rental operations — viewing cars, renting, calculating payments, and returning vehicles.</a:t>
            </a:r>
          </a:p>
          <a:p>
            <a:r>
              <a:t>The project demonstrates how loops, arrays, and conditional statements can be combined to create a functional management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Manual car rental processes are slow and error-prone.</a:t>
            </a:r>
          </a:p>
          <a:p>
            <a:r>
              <a:rPr dirty="0"/>
              <a:t> The system automates operations using a command-line interface (CLI).</a:t>
            </a:r>
          </a:p>
          <a:p>
            <a:r>
              <a:rPr dirty="0"/>
              <a:t> Features: viewing, renting, returning cars, and payment validation.</a:t>
            </a:r>
          </a:p>
          <a:p>
            <a:r>
              <a:rPr dirty="0"/>
              <a:t> Built using structured programming principles for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Design a simple and efficient car rental system.</a:t>
            </a:r>
          </a:p>
          <a:p>
            <a:r>
              <a:rPr dirty="0"/>
              <a:t> Apply loops, arrays, and conditionals.</a:t>
            </a:r>
          </a:p>
          <a:p>
            <a:r>
              <a:rPr dirty="0"/>
              <a:t> Automate viewing, renting, and returning.</a:t>
            </a:r>
          </a:p>
          <a:p>
            <a:r>
              <a:rPr dirty="0"/>
              <a:t> Implement payment validation.</a:t>
            </a:r>
          </a:p>
          <a:p>
            <a:r>
              <a:rPr dirty="0"/>
              <a:t> Demonstrate programming fundamentals.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Language: C</a:t>
            </a:r>
          </a:p>
          <a:p>
            <a:r>
              <a:rPr dirty="0"/>
              <a:t> Compiler: Dev C++</a:t>
            </a:r>
          </a:p>
          <a:p>
            <a:r>
              <a:rPr dirty="0"/>
              <a:t> Libraries: </a:t>
            </a:r>
            <a:r>
              <a:rPr dirty="0" err="1"/>
              <a:t>stdio.h</a:t>
            </a:r>
            <a:r>
              <a:rPr dirty="0"/>
              <a:t>, </a:t>
            </a:r>
            <a:r>
              <a:rPr dirty="0" err="1"/>
              <a:t>string.h</a:t>
            </a:r>
            <a:endParaRPr dirty="0"/>
          </a:p>
          <a:p>
            <a:r>
              <a:rPr dirty="0"/>
              <a:t> Interface: Command-Line</a:t>
            </a:r>
          </a:p>
          <a:p>
            <a:r>
              <a:rPr dirty="0"/>
              <a:t> Concepts: Loops, Arrays, Conditionals, I/O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 Menu-driven console program.</a:t>
            </a:r>
          </a:p>
          <a:p>
            <a:r>
              <a:rPr dirty="0"/>
              <a:t> Stores five cars in an array (1=available, 0=rented).</a:t>
            </a:r>
          </a:p>
          <a:p>
            <a:r>
              <a:rPr dirty="0"/>
              <a:t> Car codes: A–E with fixed rates.</a:t>
            </a:r>
          </a:p>
          <a:p>
            <a:r>
              <a:rPr dirty="0"/>
              <a:t> Key Operations:</a:t>
            </a:r>
          </a:p>
          <a:p>
            <a:r>
              <a:rPr dirty="0"/>
              <a:t> - View available cars</a:t>
            </a:r>
          </a:p>
          <a:p>
            <a:r>
              <a:rPr dirty="0"/>
              <a:t> - Rent car (payment verification)</a:t>
            </a:r>
          </a:p>
          <a:p>
            <a:r>
              <a:rPr dirty="0"/>
              <a:t> - Return rented car</a:t>
            </a:r>
          </a:p>
          <a:p>
            <a:r>
              <a:rPr dirty="0"/>
              <a:t> - Exit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 Model | Daily Rent (PKR) | Code</a:t>
            </a:r>
          </a:p>
          <a:p>
            <a:r>
              <a:t>ALTO | 5000 | A</a:t>
            </a:r>
          </a:p>
          <a:p>
            <a:r>
              <a:t>CITY | 7000 | B</a:t>
            </a:r>
          </a:p>
          <a:p>
            <a:r>
              <a:t>VITZ | 6000 | C</a:t>
            </a:r>
          </a:p>
          <a:p>
            <a:r>
              <a:t>COROLLA | 10000 | D</a:t>
            </a:r>
          </a:p>
          <a:p>
            <a:r>
              <a:t>CIVIC | 12000 | 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Welcome Menu: Displays options (View, Return, Exit)</a:t>
            </a:r>
          </a:p>
          <a:p>
            <a:r>
              <a:rPr dirty="0"/>
              <a:t> Viewing Cars: Lists available cars</a:t>
            </a:r>
          </a:p>
          <a:p>
            <a:r>
              <a:rPr dirty="0"/>
              <a:t> Renting Process:</a:t>
            </a:r>
          </a:p>
          <a:p>
            <a:r>
              <a:rPr dirty="0"/>
              <a:t>  - Enter car code and rental days</a:t>
            </a:r>
          </a:p>
          <a:p>
            <a:r>
              <a:rPr dirty="0"/>
              <a:t>  - System calculates rent and verifies payment</a:t>
            </a:r>
          </a:p>
          <a:p>
            <a:r>
              <a:rPr dirty="0"/>
              <a:t> Returning Cars: Updates car status</a:t>
            </a:r>
          </a:p>
          <a:p>
            <a:r>
              <a:rPr dirty="0"/>
              <a:t> Exit: Displays goodbye message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Flow Chart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Start → Display Menu</a:t>
            </a:r>
          </a:p>
          <a:p>
            <a:r>
              <a:rPr dirty="0"/>
              <a:t>Choose Option:</a:t>
            </a:r>
          </a:p>
          <a:p>
            <a:r>
              <a:rPr dirty="0"/>
              <a:t> View Cars → Rent → Payment Verification</a:t>
            </a:r>
          </a:p>
          <a:p>
            <a:r>
              <a:rPr dirty="0"/>
              <a:t> Return Car → Update Availability</a:t>
            </a:r>
          </a:p>
          <a:p>
            <a:r>
              <a:rPr dirty="0"/>
              <a:t> Exit → End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Program tested with multiple inputs.</a:t>
            </a:r>
          </a:p>
          <a:p>
            <a:r>
              <a:rPr dirty="0"/>
              <a:t> Accurate rent calculations.</a:t>
            </a:r>
          </a:p>
          <a:p>
            <a:r>
              <a:rPr dirty="0"/>
              <a:t> Efficient error handling.</a:t>
            </a:r>
          </a:p>
          <a:p>
            <a:r>
              <a:rPr dirty="0"/>
              <a:t> Reliable and structured design.</a:t>
            </a:r>
          </a:p>
          <a:p>
            <a:r>
              <a:rPr dirty="0"/>
              <a:t> Simulates real-world car rental management effectively.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</TotalTime>
  <Words>438</Words>
  <Application>Microsoft Office PowerPoint</Application>
  <PresentationFormat>On-screen Show (4:3)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Gallery</vt:lpstr>
      <vt:lpstr>Car Renting System</vt:lpstr>
      <vt:lpstr>Abstract</vt:lpstr>
      <vt:lpstr>Introduction</vt:lpstr>
      <vt:lpstr>Objectives</vt:lpstr>
      <vt:lpstr>Tools and Technologies Used</vt:lpstr>
      <vt:lpstr>System Overview</vt:lpstr>
      <vt:lpstr>Car Details</vt:lpstr>
      <vt:lpstr>Working of Program</vt:lpstr>
      <vt:lpstr>Flow Chart Overview</vt:lpstr>
      <vt:lpstr>System Evaluation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wajiz.pk</dc:creator>
  <cp:keywords/>
  <dc:description>generated using python-pptx</dc:description>
  <cp:lastModifiedBy>yusranoor033@gmail.com</cp:lastModifiedBy>
  <cp:revision>2</cp:revision>
  <dcterms:created xsi:type="dcterms:W3CDTF">2013-01-27T09:14:16Z</dcterms:created>
  <dcterms:modified xsi:type="dcterms:W3CDTF">2025-11-13T06:49:47Z</dcterms:modified>
  <cp:category/>
</cp:coreProperties>
</file>